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870e92ce9b07e4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870e92ce9b07e4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870e92ce9b07e4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870e92ce9b07e4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70e92ce9b07e4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70e92ce9b07e4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70e92ce9b07e4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70e92ce9b07e4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70e92ce9b07e4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70e92ce9b07e4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870e92ce9b07e4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870e92ce9b07e4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870e92ce9b07e4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870e92ce9b07e4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870e92ce9b07e43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870e92ce9b07e4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870e92ce9b07e4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870e92ce9b07e4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70e92ce9b07e4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870e92ce9b07e4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870e92ce9b07e4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870e92ce9b07e4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70e92ce9b07e4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70e92ce9b07e4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870e92ce9b07e4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870e92ce9b07e4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8" name="Google Shape;158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9" name="Google Shape;159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2" name="Google Shape;16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6" name="Google Shape;16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" name="Google Shape;169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0" name="Google Shape;170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1" name="Google Shape;17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7" name="Google Shape;17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1" name="Google Shape;18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5" name="Google Shape;18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6" name="Google Shape;18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90" name="Google Shape;19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4" name="Google Shape;19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5" name="Google Shape;155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2" y="0"/>
            <a:ext cx="913367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5" y="0"/>
            <a:ext cx="912820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0" y="0"/>
            <a:ext cx="911851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0" y="0"/>
            <a:ext cx="911851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0" y="0"/>
            <a:ext cx="911851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0" y="0"/>
            <a:ext cx="911851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67"/>
            <a:ext cx="9144001" cy="5140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