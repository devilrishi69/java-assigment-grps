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8A9D0-6A75-A186-322F-E6A115F3F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6DAFEB-CF0C-759F-C545-D81AEC4740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326DE-D0F9-1E72-361E-ED7C64246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74F0B-2157-D843-9959-ABD0C9FE688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33BA7-17B3-B2A0-BB95-90750D430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BB396-9764-02A9-A9DF-6EF3822FE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3360D-40C6-4E43-9883-7CC4025C3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99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12C0B-4392-2E21-5FC1-5517DBBE8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46890-5B43-F338-77F3-2FF80DD28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08811-8C39-D800-EB3F-0442DD0C3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74F0B-2157-D843-9959-ABD0C9FE688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D6776-441B-96E3-5EAF-05FE5FAC4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A9AB8-FF36-DF0C-CD7D-F38639275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3360D-40C6-4E43-9883-7CC4025C3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711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7002B-BF17-8EE3-872C-E041E0FB6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6739B-87B8-D64F-4FFC-AFCD89304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8F273-3966-5DB8-2EF2-81BBD1FE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74F0B-2157-D843-9959-ABD0C9FE688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1C662-76E0-5BCF-A41F-738C2CDDB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F675E-7A0F-74B2-3A99-FE41B663C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3360D-40C6-4E43-9883-7CC4025C3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57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CEB05-0E69-CA16-3463-70E1EDC00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F1D0D-2F9D-E534-5184-49B9719F6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C3193E-F426-AC0E-8CD8-C1F851A09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C1BF2-3EDC-61B8-3B8F-521A9C9BB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74F0B-2157-D843-9959-ABD0C9FE688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CF2C6-84A5-A65B-08E7-43DB68D04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7CE5C-3F35-0F3A-5CC0-C631CA0CF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3360D-40C6-4E43-9883-7CC4025C3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62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44AA1-3C1E-081C-E33B-4E8332545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74DB2-ED06-D10A-BA1D-6DF7D5E30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FBBB5-9592-EE5D-7068-CEADFD658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88D8D3-A15D-0502-F88E-84D5BA4012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334669-C7C6-F3D7-93AD-574D136660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A23267-F11A-8A67-0703-205305CA8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74F0B-2157-D843-9959-ABD0C9FE688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CD5425-9DE1-E1B0-E412-63CB48A2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33377C-1ECD-F87B-56E1-560F9771D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3360D-40C6-4E43-9883-7CC4025C3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096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75406-080E-F701-8EC2-229C6A36C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566601-F154-13F9-32CE-0455D3793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74F0B-2157-D843-9959-ABD0C9FE688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ECBF3F-F3F3-DC29-A4A1-EF948A288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A4C0E1-8FA9-B513-BF57-6EF4D6DF5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3360D-40C6-4E43-9883-7CC4025C3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599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9F4AC8-4A61-FE02-F274-FED0820E8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74F0B-2157-D843-9959-ABD0C9FE688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93BEC-BC05-37F3-9289-D44032831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D587A-B865-0A5F-60B2-4923E42EF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3360D-40C6-4E43-9883-7CC4025C3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0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E7C09-CF14-467B-A06C-5FB47484D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F7F97-883A-A5E5-DFC2-242B9D60C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8C53C-0D6F-59C3-D822-AB39442E3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C4639-CF76-56ED-8D8D-3421BF5D3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74F0B-2157-D843-9959-ABD0C9FE688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1E90B-D46D-A975-4A97-79B02A70B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70091B-F64C-DDC3-A746-FAEABBEBA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3360D-40C6-4E43-9883-7CC4025C3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386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6BBAB-64D2-2F37-20DF-FD6B1B4F5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8C4B37-4783-8AC6-BB55-2CEB4388CB5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0D7FFD-3531-393A-8E35-95031282B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E6E11-E88D-2632-CF6D-9FB470D43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74F0B-2157-D843-9959-ABD0C9FE688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8AC925-C6CD-C936-CF61-65ADAF569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8EC491-932D-4CAE-BECE-CB27EE946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3360D-40C6-4E43-9883-7CC4025C3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37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8C74-5E3A-F9FA-A14D-91FD5C89B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AD676-B38D-6BE3-2D11-2CF3157CDD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BFBF3-BF49-CDAB-EBCD-BCF6BD85C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74F0B-2157-D843-9959-ABD0C9FE688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6C3BD-271F-A5E9-1D87-B60B7552C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6ACD-99FC-F65E-8FB3-980C1353B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3360D-40C6-4E43-9883-7CC4025C3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549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EF3879-077F-BEDC-CC65-76B487F030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B28432-239D-296A-3A73-87496E013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E5B1F-9D06-1475-2F42-91A4BB8ED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74F0B-2157-D843-9959-ABD0C9FE688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22BAF-AE76-AA90-3D4B-1732C4646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2E794-2E0C-65BD-4F2D-3A84CAD0D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3360D-40C6-4E43-9883-7CC4025C3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27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9853CD-7E4F-1D30-5042-464567EB9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A2A33-E843-04ED-0ABF-BE78FC828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9D289-3153-1ADA-CAAF-7405173C8F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74F0B-2157-D843-9959-ABD0C9FE688A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649D6-68F8-ECE5-F8F8-72A0E35BF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0330A-D042-9B01-820C-ABEE3D1DCC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E3360D-40C6-4E43-9883-7CC4025C3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734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44BFD-E4CC-9245-7E7C-45C3BE1299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3DF0F7-3696-2130-EA03-94121FC10A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43A917-AB30-295A-06B8-DFF146A245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D0FCBF-9202-7E2D-975F-9CBE52870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568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EBE02-2347-0045-AECA-33A742343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30815CD-2A80-8E18-9917-F44EEEE773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144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C2B9F-8300-32A9-42DF-509E648BF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543B500-D879-917E-7E51-3D42D5FD30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190"/>
            <a:ext cx="12286558" cy="691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514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54A85-99DF-2176-F52F-E1ADEC57C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649878-40F8-3A52-110A-38CEFF3719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389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422CB-53C3-1AFF-3D6C-AD8E8057A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0B189C5-71B0-0D09-83C3-BA08D3D40C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633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D5C06-FCF2-1F87-D7A0-B04F7F993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27620A-25F8-2773-7596-CD4265F5BD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821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4ECF6-1AEA-E725-AFFC-EBBFEB638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AC8BDB-BF76-1B8A-47E6-B9F1B55A21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445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437C0-17B3-AAC3-F3A8-AE84CC9E4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517556-BA46-C722-7FC6-D47F60038B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117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64E31-F45B-1C76-8984-6CB5AD595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ED281A-F39A-A267-7082-9AA6A7D9F3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040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02EC8-712D-EFA8-0E84-E8600F00D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61C8E2-BA18-F8D3-3947-B963902AF6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756"/>
            <a:ext cx="12385342" cy="696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138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BABE5-9812-6082-DEFA-5885F7F62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666AD4-4264-4056-290E-4E04E3899F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665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67DD89-1D96-C869-C979-D9D55CE70F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7357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96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F421D-C133-5501-B884-4D48BF95E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17BCB89-DFFE-9A7B-5A67-4BD3F94304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058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49289-1C95-42F5-30AB-DE4186E9D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AEC919-CE8C-ACD9-97F4-F428CDC984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786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67B97-9124-8D92-8C83-68B80FFF1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7FF12AF-E84B-6BC6-AE83-DE72C0B521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245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ED92E-E618-69DD-C348-09AA6F50B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7307248-1E00-E368-BB98-28A114FB0F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088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sahil markam</dc:creator>
  <cp:lastModifiedBy>sahil markam</cp:lastModifiedBy>
  <cp:revision>2</cp:revision>
  <dcterms:created xsi:type="dcterms:W3CDTF">2026-09-20T18:05:21Z</dcterms:created>
  <dcterms:modified xsi:type="dcterms:W3CDTF">2026-09-26T16:55:12Z</dcterms:modified>
</cp:coreProperties>
</file>