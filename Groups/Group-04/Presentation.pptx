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</p:embeddedFont>
    <p:embeddedFont>
      <p:font typeface="Roboto Bold" panose="02000000000000000000" charset="0"/>
      <p:regular r:id="rId14"/>
    </p:embeddedFont>
    <p:embeddedFont>
      <p:font typeface="Roboto Mono Bold" panose="020B0604020202020204" charset="0"/>
      <p:regular r:id="rId15"/>
    </p:embeddedFont>
    <p:embeddedFont>
      <p:font typeface="Roboto Mono Medium" panose="00000009000000000000" pitchFamily="49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85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42206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5E98F1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GURU GHASIDAS VISWAVIDYALAYA,BILASPUR (CSIT)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1475" y="151308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How to Earn Money Online Through Article Writing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360638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Turning writing skills into an online income:- 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939381"/>
            <a:ext cx="6296860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b="1" kern="0" spc="-15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Ankit Chaudhary (Leader)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b="1" kern="0" spc="-15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Keshari Nandan Mallik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b="1" kern="0" spc="-15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Dhananjay Thakur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b="1" kern="0" spc="-15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Sachin Kumar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b="1" kern="0" spc="-15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Yajjala Vijay Chandan</a:t>
            </a:r>
          </a:p>
          <a:p>
            <a:pPr algn="l">
              <a:lnSpc>
                <a:spcPct val="133000"/>
              </a:lnSpc>
              <a:buSzPct val="100000"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A7572-9CF8-FD77-1158-BD2A78258805}"/>
              </a:ext>
            </a:extLst>
          </p:cNvPr>
          <p:cNvSpPr txBox="1"/>
          <p:nvPr/>
        </p:nvSpPr>
        <p:spPr>
          <a:xfrm>
            <a:off x="877137" y="5879704"/>
            <a:ext cx="301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(BCA 5</a:t>
            </a:r>
            <a:r>
              <a:rPr lang="en-IN" sz="2000" baseline="30000" dirty="0">
                <a:solidFill>
                  <a:schemeClr val="bg1">
                    <a:lumMod val="95000"/>
                  </a:schemeClr>
                </a:solidFill>
              </a:rPr>
              <a:t>th</a:t>
            </a: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 Sem)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38338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 Is Article Writing?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69428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Article writing means creating useful, informative content that helps readers understand a topic.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233360" y="3511748"/>
            <a:ext cx="629686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Topics: education, technology, health, travel, finance, entertainment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Writers research a topic and explain it clearly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can be for clients, websites, companies, or your own platform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b="1" kern="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Simple process:</a:t>
            </a: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Topic → Research → Write → Publish → Earn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C17A2-D31A-1D18-2783-DD8ABF15074C}"/>
              </a:ext>
            </a:extLst>
          </p:cNvPr>
          <p:cNvSpPr/>
          <p:nvPr/>
        </p:nvSpPr>
        <p:spPr>
          <a:xfrm>
            <a:off x="4571886" y="6556075"/>
            <a:ext cx="7620114" cy="3019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10780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How Article Writing Generates Income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339207"/>
            <a:ext cx="629686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People and companies need useful written content online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Writers provide that content and get paid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models: </a:t>
            </a:r>
            <a:r>
              <a:rPr lang="en-US" b="1" kern="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 word</a:t>
            </a: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b="1" kern="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 article</a:t>
            </a: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r>
              <a:rPr lang="en-US" b="1" kern="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 project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small — grow skills &amp; portfolio for higher-paying work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288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Way 1 — Freelance Article Writing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8933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Freelance writers work independently for different clients</a:t>
            </a: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08436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Clients give topics, requirements, and deadlines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Writers research and deliver articles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Payment: per article / per word / per project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work on legitimate platforms like Upwork, Fiverr, Freelancer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1475" y="4544020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6680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811713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78026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 expect guaranteed earnings — results depend on skill, consistency, and client demand.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655522-D758-77A4-FF7E-014E51630C94}"/>
              </a:ext>
            </a:extLst>
          </p:cNvPr>
          <p:cNvSpPr/>
          <p:nvPr/>
        </p:nvSpPr>
        <p:spPr>
          <a:xfrm>
            <a:off x="0" y="6538823"/>
            <a:ext cx="12192000" cy="3024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75582"/>
            <a:ext cx="4070744" cy="23067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1983284"/>
            <a:ext cx="6336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Way 2 — Writing for Websites &amp; Online Publications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9726" y="3117255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websites publish articles from contributors and pay for accepted work.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199726" y="3589734"/>
            <a:ext cx="6336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each site's submission guidelines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Pitch topics or write to open calls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 pay per accepted article; others offer regular assignments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long-term relationships for repeat work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D35899-A619-A1A1-4F46-A26E897B6DEB}"/>
              </a:ext>
            </a:extLst>
          </p:cNvPr>
          <p:cNvSpPr/>
          <p:nvPr/>
        </p:nvSpPr>
        <p:spPr>
          <a:xfrm>
            <a:off x="0" y="6581955"/>
            <a:ext cx="12192000" cy="2760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6277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How This Method Works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918718"/>
            <a:ext cx="6296860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a suitable website or publication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writing guidelines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or pitch a topic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and submit the article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payment if accepted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F07DA5-B7E9-D1C3-830E-AFB78224AADD}"/>
              </a:ext>
            </a:extLst>
          </p:cNvPr>
          <p:cNvSpPr/>
          <p:nvPr/>
        </p:nvSpPr>
        <p:spPr>
          <a:xfrm>
            <a:off x="4571886" y="6573328"/>
            <a:ext cx="7620114" cy="2846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5046"/>
            <a:ext cx="4637269" cy="2627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1983284"/>
            <a:ext cx="577022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Starting Your Own Online Article Platform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766251" y="3117255"/>
            <a:ext cx="6379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 original articles regularly and grow an audience.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766251" y="3589734"/>
            <a:ext cx="577022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a clear topic or niche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 useful, original content consistently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Monetize later with ads, sponsorships, or affiliate links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Earning takes time and depends on traffic &amp; content quality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9F3E8-F1C8-10CF-D996-6FA433CE6E40}"/>
              </a:ext>
            </a:extLst>
          </p:cNvPr>
          <p:cNvSpPr/>
          <p:nvPr/>
        </p:nvSpPr>
        <p:spPr>
          <a:xfrm>
            <a:off x="45945" y="6560703"/>
            <a:ext cx="12146055" cy="2760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765895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 Is Niche Writing?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42738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Niche writing means focusing on one specific topic or area to build expertise.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32776" y="3202285"/>
            <a:ext cx="5203794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 Technology, Fitness, Education, Travel, Gaming, Finance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Specializing helps you learn faster and stand out to clients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strong portfolio in one area to attract targeted work</a:t>
            </a:r>
            <a:endParaRPr lang="en-US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Path: General Writing → Choose a Niche → Build Expertise → Find Target Clients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B279E1-8505-5DF2-CCBA-D6CEA7E6E201}"/>
              </a:ext>
            </a:extLst>
          </p:cNvPr>
          <p:cNvSpPr/>
          <p:nvPr/>
        </p:nvSpPr>
        <p:spPr>
          <a:xfrm>
            <a:off x="0" y="6581955"/>
            <a:ext cx="12192000" cy="2760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122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Ways to Earn from Your Own Articles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71725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25565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Advertisement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34247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Earn when ads display on your site (depends on traffic).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71725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2556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Sponsorships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134247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Companies pay for promotional or sponsored content.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71725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25565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Affiliate Marketing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429522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 products with special links and earn commissions on sales.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71725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25565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Audience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34247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Useful content + consistency → more readers → more monetization options.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969787-D2F1-16EC-8DA0-CF14B2A93A02}"/>
              </a:ext>
            </a:extLst>
          </p:cNvPr>
          <p:cNvSpPr/>
          <p:nvPr/>
        </p:nvSpPr>
        <p:spPr>
          <a:xfrm>
            <a:off x="0" y="6564702"/>
            <a:ext cx="12192000" cy="2932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14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7531"/>
            <a:ext cx="6296860" cy="391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kern="0" spc="-7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Tips, Mistakes &amp; Final Takeaway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61475" y="1153120"/>
            <a:ext cx="2012503" cy="2237482"/>
          </a:xfrm>
          <a:prstGeom prst="roundRect">
            <a:avLst>
              <a:gd name="adj" fmla="val 1167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817939" y="1309588"/>
            <a:ext cx="169957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4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Top Tips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7939" y="1631851"/>
            <a:ext cx="1699575" cy="1602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Improve grammar, research, and clarity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Choose a niche you enjoy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Create 3–5 strong samples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Build a simple portfolio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03554" y="1153120"/>
            <a:ext cx="2012602" cy="2237482"/>
          </a:xfrm>
          <a:prstGeom prst="roundRect">
            <a:avLst>
              <a:gd name="adj" fmla="val 1167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2960018" y="1309588"/>
            <a:ext cx="16996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4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Common Mistakes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60018" y="1631851"/>
            <a:ext cx="1699674" cy="1602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Copying others or using unedited AI content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Ignoring client instructions or deadlines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Paying to get jobs or accepting suspicious offers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45733" y="1153120"/>
            <a:ext cx="2012503" cy="2237482"/>
          </a:xfrm>
          <a:prstGeom prst="roundRect">
            <a:avLst>
              <a:gd name="adj" fmla="val 1167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5102197" y="1309588"/>
            <a:ext cx="1699575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4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Working with Businesses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02197" y="1876425"/>
            <a:ext cx="1699575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Contact businesses, show samples, agree terms, deliver work professionally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1475" y="3520182"/>
            <a:ext cx="6296760" cy="1321891"/>
          </a:xfrm>
          <a:prstGeom prst="roundRect">
            <a:avLst>
              <a:gd name="adj" fmla="val 1776"/>
            </a:avLst>
          </a:prstGeom>
          <a:solidFill>
            <a:srgbClr val="404040"/>
          </a:solidFill>
          <a:ln/>
        </p:spPr>
      </p:sp>
      <p:sp>
        <p:nvSpPr>
          <p:cNvPr id="14" name="Text 11"/>
          <p:cNvSpPr/>
          <p:nvPr/>
        </p:nvSpPr>
        <p:spPr>
          <a:xfrm>
            <a:off x="817939" y="3676650"/>
            <a:ext cx="59838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4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Final Message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7939" y="3998912"/>
            <a:ext cx="598383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kern="0" spc="-12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Article writing can become an online income source</a:t>
            </a:r>
            <a:r>
              <a:rPr lang="en-US" sz="120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you combine good writing, useful knowledge, consistency, and genuine opportunities. Start small and grow step by step.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1475" y="5362476"/>
            <a:ext cx="6296860" cy="553244"/>
          </a:xfrm>
          <a:prstGeom prst="roundRect">
            <a:avLst>
              <a:gd name="adj" fmla="val 4244"/>
            </a:avLst>
          </a:prstGeom>
          <a:solidFill>
            <a:srgbClr val="66800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9" y="5546626"/>
            <a:ext cx="195654" cy="1564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70057" y="5531148"/>
            <a:ext cx="6241398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1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Questions? Thank you! Any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588</Words>
  <Application>Microsoft Office PowerPoint</Application>
  <PresentationFormat>Widescreen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Mono Medium</vt:lpstr>
      <vt:lpstr>Roboto Bold</vt:lpstr>
      <vt:lpstr>Roboto Mono Bold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Keshari Mallik</dc:creator>
  <cp:lastModifiedBy>Keshari Mallik</cp:lastModifiedBy>
  <cp:revision>2</cp:revision>
  <dcterms:created xsi:type="dcterms:W3CDTF">2026-09-20T17:08:57Z</dcterms:created>
  <dcterms:modified xsi:type="dcterms:W3CDTF">2026-09-20T17:18:52Z</dcterms:modified>
</cp:coreProperties>
</file>